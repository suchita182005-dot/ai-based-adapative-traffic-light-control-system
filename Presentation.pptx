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18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F21B-06D3-4637-826A-52FA8A02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CA0EF-742C-A292-02B3-D9EA1BA50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4A755-71F8-442B-A019-E1DC601EF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D804A-B881-F682-0E4F-D4BBAD7DA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60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7F47-C944-82E1-510B-C36B6A33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0A55775-7830-131B-C093-7BACBD659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DF835D2-65E6-D145-C19B-63012293C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334" y="146498"/>
            <a:ext cx="6643304" cy="332165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364E9E5-87DD-D0B2-8D5A-ADFCC8FD5917}"/>
              </a:ext>
            </a:extLst>
          </p:cNvPr>
          <p:cNvSpPr/>
          <p:nvPr/>
        </p:nvSpPr>
        <p:spPr>
          <a:xfrm>
            <a:off x="587490" y="3957638"/>
            <a:ext cx="796899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AI-Based Adaptive Traffic Light Control System</a:t>
            </a:r>
            <a:endParaRPr lang="en-US" sz="2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DF94F7-0D4A-1A13-8514-9E83247FCA78}"/>
              </a:ext>
            </a:extLst>
          </p:cNvPr>
          <p:cNvSpPr/>
          <p:nvPr/>
        </p:nvSpPr>
        <p:spPr>
          <a:xfrm>
            <a:off x="587490" y="4543425"/>
            <a:ext cx="796899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Using Real-Time Vehicle Density</a:t>
            </a:r>
            <a:endParaRPr lang="en-US" sz="20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85CBC-798D-9EE0-D9E9-09029794B4B9}"/>
              </a:ext>
            </a:extLst>
          </p:cNvPr>
          <p:cNvSpPr txBox="1"/>
          <p:nvPr/>
        </p:nvSpPr>
        <p:spPr>
          <a:xfrm>
            <a:off x="2594596" y="3564115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J.DIANA SUCHITA - 323129512019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744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518800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1494" y="1344504"/>
            <a:ext cx="39433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timers lead to inefficient traffic management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" y="2037420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1494" y="2000278"/>
            <a:ext cx="349828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Unnecessary congestion during peak hours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3" y="2556039"/>
            <a:ext cx="150019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71488" y="2381743"/>
            <a:ext cx="399335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Excessive waiting at red lights with no cross-traffic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3" y="3211813"/>
            <a:ext cx="200025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21494" y="3037517"/>
            <a:ext cx="39433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Increased fuel consumption due to idling vehicles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3" y="3730433"/>
            <a:ext cx="250031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71500" y="3693291"/>
            <a:ext cx="277682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air pollution in urban areas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13" y="4111898"/>
            <a:ext cx="250031" cy="2000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71500" y="4074756"/>
            <a:ext cx="243906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Delays for emergency vehicles</a:t>
            </a:r>
            <a:endParaRPr lang="en-US" sz="13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156" y="1471613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Solution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793109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1494" y="1618813"/>
            <a:ext cx="39433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vehicle detection using cameras and sensors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" y="2311729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1494" y="2274587"/>
            <a:ext cx="2755562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traffic density analysis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3" y="2693194"/>
            <a:ext cx="125016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46484" y="2656052"/>
            <a:ext cx="353255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adjustment of green light duration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3" y="3074659"/>
            <a:ext cx="200025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21494" y="3037517"/>
            <a:ext cx="3423531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for optimized traffic flow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3" y="3456124"/>
            <a:ext cx="250031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71500" y="3418982"/>
            <a:ext cx="3202884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Priority passage for emergency vehicles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13" y="3837589"/>
            <a:ext cx="200025" cy="2000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21494" y="3800447"/>
            <a:ext cx="3354102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emissions and fuel consumption</a:t>
            </a:r>
            <a:endParaRPr lang="en-US" sz="13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156" y="1471613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646774" y="891183"/>
            <a:ext cx="13818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Our system uses 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28671" y="891183"/>
            <a:ext cx="17920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sensors and cameras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20692" y="891183"/>
            <a:ext cx="26765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collect real-time data, which is 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20713" y="1165492"/>
            <a:ext cx="14096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processed by the 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30376" y="1165492"/>
            <a:ext cx="19703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 processing unit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84" y="1165492"/>
            <a:ext cx="1867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dynamically control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67798" y="1165492"/>
            <a:ext cx="10554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lights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67299" y="1439800"/>
            <a:ext cx="20094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based on vehicle density. 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1837339"/>
            <a:ext cx="6429375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518800"/>
            <a:ext cx="175022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491" y="1501304"/>
            <a:ext cx="6599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Python: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272453" y="1501304"/>
            <a:ext cx="26005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programming language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" y="1900265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494" y="1882769"/>
            <a:ext cx="7284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OpenCV: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366019" y="1882769"/>
            <a:ext cx="30084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for vehicle detection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3" y="2418885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1494" y="2264234"/>
            <a:ext cx="10196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Scikit-learn: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657155" y="2264234"/>
            <a:ext cx="2193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for traffic 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21494" y="2538543"/>
            <a:ext cx="8173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prediction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3" y="3074659"/>
            <a:ext cx="200025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494" y="2920008"/>
            <a:ext cx="15134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NumPy &amp; Pandas: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2150938" y="2920008"/>
            <a:ext cx="16516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processing and 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21494" y="3194317"/>
            <a:ext cx="6385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3" y="3593278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494" y="3575782"/>
            <a:ext cx="9429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Matplotlib: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1580499" y="3575782"/>
            <a:ext cx="25789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visualization and reporting</a:t>
            </a:r>
            <a:endParaRPr lang="en-US" sz="13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13" y="3974743"/>
            <a:ext cx="175022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491" y="3957247"/>
            <a:ext cx="6047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SQLite: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217228" y="3957247"/>
            <a:ext cx="2937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 database for traffic data</a:t>
            </a:r>
            <a:endParaRPr lang="en-US" sz="13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156" y="1471613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and Performance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468989" y="891183"/>
            <a:ext cx="620599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Our AI-based system showed significant improvements over traditional fixed-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578322" y="1165492"/>
            <a:ext cx="12217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timer systems: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800099" y="1165492"/>
            <a:ext cx="19161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waiting times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16242" y="1165492"/>
            <a:ext cx="905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06795" y="1165492"/>
            <a:ext cx="18101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increased traffic flow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16982" y="1165492"/>
            <a:ext cx="905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07535" y="1165492"/>
            <a:ext cx="8581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lower fuel 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70042" y="1439800"/>
            <a:ext cx="112712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consumption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97164" y="1439800"/>
            <a:ext cx="44268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39853" y="1439800"/>
            <a:ext cx="15881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emissions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27998" y="1439800"/>
            <a:ext cx="4596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1837339"/>
            <a:ext cx="6429375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519051" y="891183"/>
            <a:ext cx="6105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AI-based adaptive traffic light control system successfully addresses the 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01766" y="1165492"/>
            <a:ext cx="38344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limitations of traditional fixed-timer systems by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6257" y="1165492"/>
            <a:ext cx="18914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dynamically adjusting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27704" y="1165492"/>
            <a:ext cx="6145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real-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04203" y="1439800"/>
            <a:ext cx="280562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traffic conditions, resulting in 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09827" y="1439800"/>
            <a:ext cx="18382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optimized traffic flow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48115" y="1439800"/>
            <a:ext cx="3967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44872" y="1439800"/>
            <a:ext cx="6948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5286" y="1714109"/>
            <a:ext cx="9474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C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congestion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2726" y="1714109"/>
            <a:ext cx="4596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3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2111648"/>
            <a:ext cx="6429375" cy="285750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861" y="5112023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9367" y="5526360"/>
            <a:ext cx="15439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Emissions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295" y="5112023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73391" y="5526360"/>
            <a:ext cx="92070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Saved Time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066" y="5112023"/>
            <a:ext cx="428625" cy="342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04207" y="5526360"/>
            <a:ext cx="20203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Improved Urban Mobility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249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GOWTHAM RAJ</cp:lastModifiedBy>
  <cp:revision>3</cp:revision>
  <dcterms:created xsi:type="dcterms:W3CDTF">2025-09-12T04:49:12Z</dcterms:created>
  <dcterms:modified xsi:type="dcterms:W3CDTF">2025-10-23T05:36:04Z</dcterms:modified>
</cp:coreProperties>
</file>